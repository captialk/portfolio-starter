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CRASH COURSE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 in 7 days.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design. The AI builds. You decide what's good enough.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D4FF3A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15568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1556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82496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824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49424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942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16352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50208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020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17136" y="3931920"/>
            <a:ext cx="384048" cy="384048"/>
          </a:xfrm>
          <a:prstGeom prst="ellipse">
            <a:avLst/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171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 → Day 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 for this week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 AI agent to build a real, custom site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every design decision on it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live URL by Day 7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just enough plumbing to never be stuck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2240280"/>
          </a:xfrm>
          <a:prstGeom prst="roundRect">
            <a:avLst>
              <a:gd name="adj" fmla="val 326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81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will not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745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React (you don't need to)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Hand-write code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everything it generates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perfect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beats polish this week. A live, decent site you refine for months beats a perfect one that never ships.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use Squarespace?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384048" cy="384048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flipped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building custom costs a weekend, a template stops reading as “pragmatic” and starts reading as “didn't bother.”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54480"/>
            <a:ext cx="384048" cy="384048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Prototypes can't live there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Working, clickable interactions are your biggest flex. A template site can't host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whole thing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Files, history, domain. Nothing locked inside someone else's CMS. It grows with you for years.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stack: what each thing is, to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733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site framework. Pages, routing, image handling.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5448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733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as class names. Claude speaks it fluently.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2468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7706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and caches data for interactive prototypes.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468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265176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77063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57784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57784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Hosting. Every push goes live in about a minute.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86791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716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37160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save history. Undo for everything.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663440" y="3566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46320" y="3749040"/>
            <a:ext cx="548640" cy="548640"/>
          </a:xfrm>
          <a:prstGeom prst="ellipse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86791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57784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577840" y="4023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builder. You direct, it types.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this before anything else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344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2514600" y="13624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the Claude Code extension. No separate CLI needed; steps are in the setup guide.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0120" y="1892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(LTS)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1911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nodejs.org, click the LTS button. Next.js and Claude Code both need it.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146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441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2514600" y="2459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git-scm.com. On Mac it comes with the Xcode command-line tools.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0120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account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2514600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Free. This is where the code lives.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118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60120" y="3538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account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2514600" y="35570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GitHub. Free tier is plenty.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6052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60120" y="4087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(Day 7)</a:t>
            </a:r>
            <a:endParaRPr lang="en-US" sz="1350" dirty="0"/>
          </a:p>
        </p:txBody>
      </p:sp>
      <p:sp>
        <p:nvSpPr>
          <p:cNvPr id="22" name="Text 14"/>
          <p:cNvSpPr txBox="1"/>
          <p:nvPr/>
        </p:nvSpPr>
        <p:spPr>
          <a:xfrm>
            <a:off x="2514600" y="4105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or Namecheap. firstnamelastname.com if it's free.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594360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check it worked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943600" y="169164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126480" y="182880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each prints a version,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“command not found”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594360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local? Because you can't direct what you can't see. Next slide.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local dev server is the whole game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prompt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059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Screenshot, Figma frame, exact words.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78608" y="14630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164592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1488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edits files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245059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components and styles.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00016" y="14630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2896" y="164592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82896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82896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updates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82896" y="245059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refreshes localhost:3000 in under a second.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21031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21424" y="14630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4304" y="164592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0430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04304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judge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04304" y="245059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it at 375px. Accept, or say what's wrong.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back to step 1. Dozens of times a day.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look → reject → repeat. That needs a browser tab that updates instantly, on your machine. Cloud-only tools break the loop: you'd be waiting on deploys to see every change.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CODE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case studies, no site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studies. Not 6. Three great ones.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500–800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each, written in a doc first. Not in the site.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32588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three that show different things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20116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2677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where the research changed the design.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274320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9992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looks the best. Pixel-level care.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347472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307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shipped, or had a result you can name.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managers spend about 90 seconds. They are reading for how you think, not how the site was built.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case study that gets a reply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54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was for, what was broken. One paragraph.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544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554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team, tech, what you weren't allowed to change.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5544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554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did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9933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and artifacts: sketches, flows, tests, iterations.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1546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154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why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593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2–3 forks in the road and what you picked. This is the part that gets you hired.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546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3154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593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Shipped? Numbers? If none, what you learned.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154680"/>
            <a:ext cx="329184" cy="32918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3154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you'd change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593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honest paragraph. Reads senior.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it in Figma before Claude touches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map: Home, Work (3 case studies), About/Contact. That's it.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frame first (375 wide), then desktop. Not the other way.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scale: 5 sizes, max. Name them.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scale: 4 / 8 / 16 / 24 / 48 / 96.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Colors: one background, one text, one accent.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+ one case-study template. Don't design all three pages.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94960" y="132588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235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242316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builds what you show it.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Figma frame gets a faithful build.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vibe gets the same site everyone else with the same tool is shipping this month.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it, push it, deploy it. Same day.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create-next-app@latest portfolio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TypeScript: Yes   Tailwind: Yes   App Router: Yes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portfolio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@tanstack/react-query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http://localhost:3000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132588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07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GitHub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600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empty repo on github.com, then tell Claude Code: “push this to my new GitHub repo called portfolio.”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237744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on Vercel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651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vercel.com → Add New → Project → pick the repo → Deploy. Defaults are fine.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429000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410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live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703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URL on Day 1. Everything after this is iteration on a site that already exists.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on Day 1: write CLAUDE.md (slide 14). Do it before the first real build prompt.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Vinson does most of this with you. You type it. Every command. That's the deal.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Git: the only five commands you need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since the last save?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everything.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"what you did"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 checkpoint with a note.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it up. Vercel deploys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325880"/>
            <a:ext cx="3108960" cy="2697480"/>
          </a:xfrm>
          <a:prstGeom prst="roundRect">
            <a:avLst>
              <a:gd name="adj" fmla="val 2712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874520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branch. It's called main. No others this week.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every time something works. Small and often.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= deploy. Only push what you'd show someone.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 it? Tell Claude Code: “revert to the last commit.”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isn't a skill to learn. It's what makes breaking things free.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you'll run fifty times a 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20624" cy="42062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screen. Figma frame or screenshot attached. Exact sizes and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1417320"/>
            <a:ext cx="420624" cy="42062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9696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2860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edits. Watch the terminal; it tells you what it touched.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22192" y="1417320"/>
            <a:ext cx="420624" cy="42062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22192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22192" y="22860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Browser, at 375px and desktop. Actually click things.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04688" y="1417320"/>
            <a:ext cx="420624" cy="42062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0468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04688" y="22860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Accept, or paste a screenshot and say precisely what's wrong.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87184" y="1417320"/>
            <a:ext cx="420624" cy="420624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87184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87184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87184" y="228600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Works? git add . / commit / push. Next screen.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accept what you haven't looked at. The agent will produce something competent by default. Competent-by-default is what everyone else is shipping. Your taste is the only thing on this site that isn't a commodity.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Prompting: bad vs. good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6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the homepage look nice and modern.”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830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the homepage from the attached Figma frame. Hero: my name at 64px, one-line role in the muted color. Below it, 3 project cards: 1 column on mobile, 3 on desktop, 16px gap. Use the type and spacing scale in CLAUDE.md. No animations. Tell me what files you changed.”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screen per prompt. Not “build the site.”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NOT to do. It over-decorates by default.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Figma frame or a screenshot every time.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“what did you change?” so you learn the shape of the project.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86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Specifics in, faithful build out. Vibes in, generic out.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CLAUDE.md: your design system, in words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text file at the root of the repo. Claude Code reads it at the start of every session, so every prompt inherits your rules without you repeating them.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on Day 1, before the first real build.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it when you make a new rule (“never center body text”).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about what NOT to do are the most valuable lines in it.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also a great artifact to talk about in interviews.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Portfolio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Fonts: Inter (body), Instrument Serif (headings)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 scale: 14 / 16 / 20 / 28 / 44 / 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Spacing: 4 / 8 / 16 / 24 / 48 / 96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Colors: bg #0E0E0E, text #F2F2EE, accent #D4FF3A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Mobile first. Body max-width 720px.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Left-align all body text.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animations, gradients, or custom cursors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unless I ask.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image goes through next/image.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Content lives in /content as .mdx files.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F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After each change, tell me which files you edited.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Example. Replace with your own scale from Figma.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reject list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before every push you'd show someone.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375px wide, no horizontal scroll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DevTools → device toolbar. Every page.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6002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≥ 90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Accessibility. DevTools → Lighthouse tab.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517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passes 4.5:1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 text on dark backgrounds is where this fails.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65176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optimized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through next/image. Under 300KB each.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7033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works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through the whole site. Can you reach everything?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7033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0E0E"/>
          </a:solidFill>
          <a:ln w="15875">
            <a:solidFill>
              <a:srgbClr val="D4F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look like yours?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like the default? The type scale is the tell.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Vibe-coded sites fail this list constantly. A designer being judged on a janky site is worse than no site.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LAUNCH, OR DAY 5 IF YOU'RE FAST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prototypes: the actual flex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portfolios show screenshots of a flow. Yours embeds the flow, working, inside the case study. The reader uses it.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one. Tell Claude Code: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“Build an interactive prototype of the onboarding flow from this Figma file, as a component embedded in the case-study page. Fake the data. Match the real product's dimensions on mobile.”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needs real data from an API, that's what TanStack Query is for. Otherwise, fake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2588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2024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“Here, use it” beats twelve slides of process.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one thing a template site structurally can't do.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a junior read as senior.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the portfolio of a design engineer, which is a much smaller pool than “junior product designer.”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CALENDAR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days, start to live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Vinson does the heavy lifting. You type every command.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4904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490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on the Day 0 slide. Accounts made. Versions print.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4904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1490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+ deploy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create-next-app, push, Vercel. Write CLAUDE.md. Site map in Figma.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4904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2803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1490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case studies, in a doc, using the anatomy template.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325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4904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1152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70064" y="1490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19202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+ case-study template in Figma. Mobile first. Type and spacing scales 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30906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" y="3090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shell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and the case-study template with Claude Code. Screen by screen.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9260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24912" y="30906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2491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163824" y="3090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2724912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case studies as MDX. About page. Real images.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9260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0906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2803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266944" y="3090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pass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828032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reject list, every page. Fix until it passes.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29260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1152" y="3090672"/>
            <a:ext cx="347472" cy="347472"/>
          </a:xfrm>
          <a:prstGeom prst="ellipse">
            <a:avLst/>
          </a:prstGeom>
          <a:solidFill>
            <a:srgbClr val="D4FF3A"/>
          </a:solidFill>
          <a:ln w="12700">
            <a:solidFill>
              <a:srgbClr val="D4FF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3115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370064" y="30906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931152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pointed. Send the link to five people. Ask what confused them.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LINE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means. Then what.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4F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on Day 7 when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live on your own domain.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case studies, each with a real decisions section.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passes the reject list on every page.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explain every design decision on it out loud.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sent it to five people.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launch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live prototype per case study, one at a time.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weekly from feedback. Small commits.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CLAUDE.md honest. It's your design system now.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with the URL in the first line of every message.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describing yourself as someone who ships.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9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for months. Ship in a week.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 It in 7 Days</dc:title>
  <dc:subject>PptxGenJS Presentation</dc:subject>
  <dc:creator>PptxGenJS</dc:creator>
  <cp:lastModifiedBy>PptxGenJS</cp:lastModifiedBy>
  <cp:revision>1</cp:revision>
  <dcterms:created xsi:type="dcterms:W3CDTF">2026-09-06T01:22:25Z</dcterms:created>
  <dcterms:modified xsi:type="dcterms:W3CDTF">2026-09-06T01:22:25Z</dcterms:modified>
</cp:coreProperties>
</file>